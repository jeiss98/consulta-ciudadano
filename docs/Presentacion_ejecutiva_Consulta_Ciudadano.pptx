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7cbf2feb3340b5" /><Relationship Type="http://schemas.openxmlformats.org/officeDocument/2006/relationships/extended-properties" Target="/docProps/app.xml" Id="R1899a876532a4fe2" /><Relationship Type="http://schemas.openxmlformats.org/officeDocument/2006/relationships/officeDocument" Target="/ppt/presentation.xml" Id="Re5adbbff876749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28fdeff2314dfd"/>
  </p:sldMasterIdLst>
  <p:notesMasterIdLst>
    <p:notesMasterId xmlns:r="http://schemas.openxmlformats.org/officeDocument/2006/relationships" r:id="R7c3a08c6ddc04b00"/>
  </p:notesMasterIdLst>
  <p:sldIdLst>
    <p:sldId xmlns:r="http://schemas.openxmlformats.org/officeDocument/2006/relationships" id="256" r:id="R07683e2e82174bf9"/>
    <p:sldId xmlns:r="http://schemas.openxmlformats.org/officeDocument/2006/relationships" id="257" r:id="Ra24c922e7a2f46b5"/>
    <p:sldId xmlns:r="http://schemas.openxmlformats.org/officeDocument/2006/relationships" id="258" r:id="Rb83d216d3e564450"/>
    <p:sldId xmlns:r="http://schemas.openxmlformats.org/officeDocument/2006/relationships" id="259" r:id="Rbe20d4fe8f57463c"/>
    <p:sldId xmlns:r="http://schemas.openxmlformats.org/officeDocument/2006/relationships" id="260" r:id="Rd0d8b3ee93424ff5"/>
    <p:sldId xmlns:r="http://schemas.openxmlformats.org/officeDocument/2006/relationships" id="261" r:id="R0b80dce87faa47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5dd05cf28d4665" /><Relationship Type="http://schemas.openxmlformats.org/officeDocument/2006/relationships/slideMaster" Target="/ppt/slideMasters/slideMaster1.xml" Id="Rf128fdeff2314dfd" /><Relationship Type="http://schemas.openxmlformats.org/officeDocument/2006/relationships/notesMaster" Target="/ppt/notesMasters/notesMaster1.xml" Id="R7c3a08c6ddc04b00" /><Relationship Type="http://schemas.openxmlformats.org/officeDocument/2006/relationships/presProps" Target="/ppt/presProps.xml" Id="R020cf062d5534931" /><Relationship Type="http://schemas.openxmlformats.org/officeDocument/2006/relationships/tableStyles" Target="/ppt/tableStyles.xml" Id="Ree4af8c1077f4e96" /><Relationship Type="http://schemas.openxmlformats.org/officeDocument/2006/relationships/slide" Target="/ppt/slides/slide1.xml" Id="R07683e2e82174bf9" /><Relationship Type="http://schemas.openxmlformats.org/officeDocument/2006/relationships/slide" Target="/ppt/slides/slide2.xml" Id="Ra24c922e7a2f46b5" /><Relationship Type="http://schemas.openxmlformats.org/officeDocument/2006/relationships/slide" Target="/ppt/slides/slide3.xml" Id="Rb83d216d3e564450" /><Relationship Type="http://schemas.openxmlformats.org/officeDocument/2006/relationships/slide" Target="/ppt/slides/slide4.xml" Id="Rbe20d4fe8f57463c" /><Relationship Type="http://schemas.openxmlformats.org/officeDocument/2006/relationships/slide" Target="/ppt/slides/slide5.xml" Id="Rd0d8b3ee93424ff5" /><Relationship Type="http://schemas.openxmlformats.org/officeDocument/2006/relationships/slide" Target="/ppt/slides/slide6.xml" Id="R0b80dce87faa47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569814ed044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69d0a1cad4610" /><Relationship Type="http://schemas.openxmlformats.org/officeDocument/2006/relationships/notesMaster" Target="/ppt/notesMasters/notesMaster1.xml" Id="Rfc7c30601d6c45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7c7dc0a28247ca" /><Relationship Type="http://schemas.openxmlformats.org/officeDocument/2006/relationships/notesMaster" Target="/ppt/notesMasters/notesMaster1.xml" Id="R2239d35bdf3346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bdb9bdb5a64d69" /><Relationship Type="http://schemas.openxmlformats.org/officeDocument/2006/relationships/notesMaster" Target="/ppt/notesMasters/notesMaster1.xml" Id="Rfbc03cde4ad64d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73b828884748a0" /><Relationship Type="http://schemas.openxmlformats.org/officeDocument/2006/relationships/notesMaster" Target="/ppt/notesMasters/notesMaster1.xml" Id="Rc50a51c4137243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ca0222a9d548e9" /><Relationship Type="http://schemas.openxmlformats.org/officeDocument/2006/relationships/notesMaster" Target="/ppt/notesMasters/notesMaster1.xml" Id="R0b231508d61043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3ef02ddb83470a" /><Relationship Type="http://schemas.openxmlformats.org/officeDocument/2006/relationships/notesMaster" Target="/ppt/notesMasters/notesMaster1.xml" Id="Rd23f1bc97a3548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ejecutiva del sistema Consulta Ciudadano. Describir la necesidad de administrar datos ciudadanos y facilitar una consulta móvil para el personal de fuerza pública.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sistema cubre dos roles: administración web de ciudadanos y consulta móvil autenticada. La respuesta de consulta no expone más datos personales de los necesarios.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con transparencia que la integración de Defensa está simulada. La lógica de registro, validación de campos y envío SMTP está implementada, pero requiere conectarse al servicio real para completar ese criterio.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un ciudadano existente, la edición del estado y el control de acceso. La inactivación conserva el registro y su historial de auditoría.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los fixtures disponibles para probar el lector y descargar un reporte filtrado. Los códigos de prueba no certifican compatibilidad con la cédula física.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el estado verificable: la funcionalidad de demostración existe. Explicar qué pruebas faltan por depender de un servicio externo, un teléfono o el entorno de destino.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1e04174064a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f61b2ec7047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ee70a98ad43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28fc0f5084d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b9bee1c8c4c2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79face4dd4d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66418D-1DEA-416F-BBE4-F9A344CA6B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A0A47E-D86A-4689-B6A8-C36C79480E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EFB627-CFAA-4E9A-84AB-B70D1A20DB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C75F36-4445-4ED0-AB7D-2CB00EDAB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AC1487-732C-4F38-A3BD-BCE49DAEDE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96365C4-9386-4A28-BC69-F79B00436F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114A8B-9AD0-4215-A32B-442BD975B1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58C2D0-D0A0-4A78-A20D-E538C2DE09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D83FE8-F0FE-4FD4-8B50-76A7F9FDDF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FCCF1F-367D-4301-8373-E6ACC750FF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7f4abe062d4436" /><Relationship Type="http://schemas.openxmlformats.org/officeDocument/2006/relationships/slideLayout" Target="/ppt/slideLayouts/slideLayout1.xml" Id="Rcc8220c376db4877" /><Relationship Type="http://schemas.openxmlformats.org/officeDocument/2006/relationships/slideLayout" Target="/ppt/slideLayouts/slideLayout2.xml" Id="R115cd573425f4630" /><Relationship Type="http://schemas.openxmlformats.org/officeDocument/2006/relationships/slideLayout" Target="/ppt/slideLayouts/slideLayout3.xml" Id="R1e5b4203facc40db" /><Relationship Type="http://schemas.openxmlformats.org/officeDocument/2006/relationships/slideLayout" Target="/ppt/slideLayouts/slideLayout4.xml" Id="R75ef49056b354e9d" /><Relationship Type="http://schemas.openxmlformats.org/officeDocument/2006/relationships/slideLayout" Target="/ppt/slideLayouts/slideLayout5.xml" Id="R7cc035552d8d4986" /><Relationship Type="http://schemas.openxmlformats.org/officeDocument/2006/relationships/slideLayout" Target="/ppt/slideLayouts/slideLayout6.xml" Id="Re918e1fc5d564a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8220c376db4877"/>
    <p:sldLayoutId xmlns:r="http://schemas.openxmlformats.org/officeDocument/2006/relationships" id="2147483650" r:id="R115cd573425f4630"/>
    <p:sldLayoutId xmlns:r="http://schemas.openxmlformats.org/officeDocument/2006/relationships" id="2147483651" r:id="R1e5b4203facc40db"/>
    <p:sldLayoutId xmlns:r="http://schemas.openxmlformats.org/officeDocument/2006/relationships" id="2147483652" r:id="R75ef49056b354e9d"/>
    <p:sldLayoutId xmlns:r="http://schemas.openxmlformats.org/officeDocument/2006/relationships" id="2147483653" r:id="R7cc035552d8d4986"/>
    <p:sldLayoutId xmlns:r="http://schemas.openxmlformats.org/officeDocument/2006/relationships" id="2147483654" r:id="Re918e1fc5d564a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d48f0484e4459" /><Relationship Type="http://schemas.openxmlformats.org/officeDocument/2006/relationships/notesSlide" Target="/ppt/notesSlides/notesSlide1.xml" Id="R4d5ad6267fb647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5fe0ecaf549f8" /><Relationship Type="http://schemas.openxmlformats.org/officeDocument/2006/relationships/notesSlide" Target="/ppt/notesSlides/notesSlide2.xml" Id="Rbb86b216721341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3bc07a32547b4" /><Relationship Type="http://schemas.openxmlformats.org/officeDocument/2006/relationships/notesSlide" Target="/ppt/notesSlides/notesSlide3.xml" Id="Rf812f18b022844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d7c9260af14c5d" /><Relationship Type="http://schemas.openxmlformats.org/officeDocument/2006/relationships/notesSlide" Target="/ppt/notesSlides/notesSlide4.xml" Id="R1f4b9febad6d4c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f2b9b18ca4942" /><Relationship Type="http://schemas.openxmlformats.org/officeDocument/2006/relationships/notesSlide" Target="/ppt/notesSlides/notesSlide5.xml" Id="R611606b9eb6f4a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7276e03a2b4182" /><Relationship Type="http://schemas.openxmlformats.org/officeDocument/2006/relationships/notesSlide" Target="/ppt/notesSlides/notesSlide6.xml" Id="R167abc0ce6fc4f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9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E9CBA-9DE2-4C64-A867-79074AE5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857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7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8E05E-C689-422E-81D3-7CAF788F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CFE7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FE7D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CFE7DF"/>
                </a:solidFill>
                <a:latin typeface="DejaVu Sans"/>
                <a:ea typeface="DejaVu Sans"/>
                <a:cs typeface="DejaVu Sans"/>
              </a:rPr>
              <a:t>CONSULTA CIUDADANO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0E851-83A1-432B-8EC9-F1ED6858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Registro claro.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Consulta en campo.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8DA0E-26D8-40CE-953F-2CFC8088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CFE7D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FE7D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CFE7DF"/>
                </a:solidFill>
                <a:latin typeface="DejaVu Sans"/>
                <a:ea typeface="DejaVu Sans"/>
                <a:cs typeface="DejaVu Sans"/>
              </a:rPr>
              <a:t>Sistema web de administración y app Android para consultar el estado del ciudadano.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54764-1F43-4227-B825-E3A8374A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Fundación Universitaria Konrad Lorenz  ·  Ingeniería de Software I</a:t>
            </a:r>
          </a:p>
        </p:txBody>
      </p:sp>
    </p:spTree>
    <p:extLst>
      <p:ext uri="{BB962C8B-B14F-4D97-AF65-F5344CB8AC3E}">
        <p14:creationId xmlns:p14="http://schemas.microsoft.com/office/powerpoint/2010/main" val="1587149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DEF81-98C8-4A07-8422-BBC15E43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B3875-E9F3-4CE0-BCF3-78C1B7E0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Dos necesidades, un flujo de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0F0E5-8917-43AB-B3FB-CB71351F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REGISTRADURÍA KONRAD LORENZ  /  PROYECTO ACADÉMICO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BC88B-C822-488D-BBD7-A6CFDD99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1EAE2-C59E-4AC0-BE8F-A59B2F90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REGISTRO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900E2-5BB2-4AF6-BB40-53E9AF45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191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La entidad administra el registro ciudadano y su estado judicial.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7ECE9-127C-411B-A9A8-F7F3BC0E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3952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Altas y cambios quedan sujetos a validación de datos y permisos.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4A3EC-5206-40E5-AD50-763BBB3B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09700"/>
            <a:ext cx="190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3BCBD-6953-493D-8682-375FE04C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rPr>
              <a:t>CONSULTA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36325-8CC4-4463-A6C4-D387321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524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El oficial consulta desde el teléfono al leer la cédula.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B4668-C0D7-4568-8C08-61E7F264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La respuesta muestra “Requerido” o “No requerido”.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FB694-4D9E-47A6-BD91-8F3CD4EA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005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La consulta se registra en auditoría.</a:t>
            </a:r>
          </a:p>
        </p:txBody>
      </p:sp>
    </p:spTree>
    <p:extLst>
      <p:ext uri="{BB962C8B-B14F-4D97-AF65-F5344CB8AC3E}">
        <p14:creationId xmlns:p14="http://schemas.microsoft.com/office/powerpoint/2010/main" val="2103076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24FC0-4CE8-4BB1-A10F-DE2D7F41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A7731-05E7-4A9F-BF9F-2E8C08A0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Registro móvil del personal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37322-14C4-4B8A-A5E8-4A15B631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REGISTRADURÍA KONRAD LORENZ  /  PROYECTO ACADÉMICO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358D8-3A02-43FE-8035-C508AD53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48048-F41A-4DDA-B9A9-E25B8675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F5FE8-5FDB-42B2-8DD8-32A65F14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85900"/>
            <a:ext cx="939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El formulario solicita identificación, nombres, apellidos y correo.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4432B-8BB6-48AE-BB8B-23C6A478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230AE-EA89-49C2-93D8-6D91B828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28850"/>
            <a:ext cx="939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También solicita fuerza, rango e ID de fuerza.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ED102-C686-4AAC-98F9-51A3D2F1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B835D-07CD-4D4B-9A5D-783E79E0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939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La validación revisa los datos contra Defensa y envía una clave de seis caracteres.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79D4D-210E-4552-9AC6-62EE131F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47586-F0F1-4D60-8BA7-0001E18D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E68762"/>
                </a:solidFill>
                <a:latin typeface="DejaVu Sans"/>
                <a:ea typeface="DejaVu Sans"/>
                <a:cs typeface="DejaVu Sans"/>
              </a:rPr>
              <a:t>ALCANCE DE LA DEMOSTRACIÓN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9F06D-F6EC-4DF6-B74D-CE07254D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Defensa usa actualmente un servicio simulado con datos ficticios. La conexión con la base real queda pendiente.</a:t>
            </a:r>
          </a:p>
        </p:txBody>
      </p:sp>
    </p:spTree>
    <p:extLst>
      <p:ext uri="{BB962C8B-B14F-4D97-AF65-F5344CB8AC3E}">
        <p14:creationId xmlns:p14="http://schemas.microsoft.com/office/powerpoint/2010/main" val="34021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1C84A-211B-4B40-A7E6-E314A703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33EE7-AFE6-4BBF-95EA-5B114975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Administración de ciudadanos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E86DB-F4E5-4A9F-880F-A640D957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REGISTRADURÍA KONRAD LORENZ  /  PROYECTO ACADÉMICO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F078B-0098-400A-BB6E-735BD802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B5E01-80E0-471F-8B0A-A57563B5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DATOS DEL REGISTRO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B77AD-3982-4555-8D83-2FAFE42C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524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Identificación</a:t>
            </a:r>
          </a:p>
          <a:p xmlns:a="http://schemas.openxmlformats.org/drawingml/2006/main">
            <a:pPr>
              <a:defRPr sz="18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Nombres y apellidos</a:t>
            </a:r>
          </a:p>
          <a:p xmlns:a="http://schemas.openxmlformats.org/drawingml/2006/main">
            <a:pPr>
              <a:defRPr sz="18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Nacimiento y expedición</a:t>
            </a:r>
          </a:p>
          <a:p xmlns:a="http://schemas.openxmlformats.org/drawingml/2006/main">
            <a:pPr>
              <a:defRPr sz="18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RH, grupo sanguíneo y estatura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7DC5E-DBC6-404A-B38A-D24F2967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09700"/>
            <a:ext cx="190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C799F-B39C-47DD-8CE6-D7B0DD5C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rPr>
              <a:t>OPERACIÓN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0DCF3-1001-49AF-B508-6C1C9436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381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Crear, buscar y editar registros.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Cambiar el estado judicial.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Inactivar sin perder el historial.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CC911-27A6-45F2-BAF6-283853D6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Los perfiles y permisos controlan el acceso a las funciones.</a:t>
            </a:r>
          </a:p>
        </p:txBody>
      </p:sp>
    </p:spTree>
    <p:extLst>
      <p:ext uri="{BB962C8B-B14F-4D97-AF65-F5344CB8AC3E}">
        <p14:creationId xmlns:p14="http://schemas.microsoft.com/office/powerpoint/2010/main" val="1021918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AFBC7-D4F8-4563-8ABB-4080FAB6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E6244-9C23-45F1-A56F-311788F3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Consulta móvil y reporte PDF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BB24E-5FF7-47F8-A2F3-5E7604C3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REGISTRADURÍA KONRAD LORENZ  /  PROYECTO ACADÉMICO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4B926-2F24-4E51-8F15-ED41A570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7B37C-9C78-4DC1-8BB5-244AFC50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478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EN CAMPO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09AA8-1075-4A49-A03B-2D0B904B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14525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Escaneo de código PDF417 o Code 128.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Resultado de estado o ciudadano no encontrado.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Consulta registrada con actor y hora.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23378-7F23-4EC1-9046-8428DCB0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0970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5768F-C5CC-4E2C-98B0-6ACB88C6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478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rPr>
              <a:t>EN ADMINISTRACIÓN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23FF3-B5FC-4CE1-B4BA-67537D01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14525"/>
            <a:ext cx="4476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Filtro por todos, requeridos o no requeridos.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PDF con identificación, nombres, apellidos, estado, fecha y total.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2912C-75FC-4778-A1FF-8DD5564E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El escaneo requiere validación en Android físico con la cédula real.</a:t>
            </a:r>
          </a:p>
        </p:txBody>
      </p:sp>
    </p:spTree>
    <p:extLst>
      <p:ext uri="{BB962C8B-B14F-4D97-AF65-F5344CB8AC3E}">
        <p14:creationId xmlns:p14="http://schemas.microsoft.com/office/powerpoint/2010/main" val="639943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3451D-40D7-4E05-8D6A-0413A767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E1140-8C2A-4779-91C1-7FCC3AE4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Estado de la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96FE0-6395-4369-85E4-6DCF0EF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REGISTRADURÍA KONRAD LORENZ  /  PROYECTO ACADÉMICO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98C90-99C1-488F-BD82-4A692A96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722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5AA09-11AF-4806-BC7D-9F8A6C02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06E"/>
                </a:solidFill>
                <a:latin typeface="DejaVu Sans"/>
                <a:ea typeface="DejaVu Sans"/>
                <a:cs typeface="DejaVu Sans"/>
              </a:rPr>
              <a:t>IMPLEMENTADO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AFF85-F920-4ABF-810B-59045FA5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4476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Administración y gestión de ciudadanos.</a:t>
            </a:r>
          </a:p>
          <a:p xmlns:a="http://schemas.openxmlformats.org/drawingml/2006/main">
            <a: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Registro y acceso móvil.</a:t>
            </a:r>
          </a:p>
          <a:p xmlns:a="http://schemas.openxmlformats.org/drawingml/2006/main">
            <a: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Consulta y reporte PDF.</a:t>
            </a:r>
          </a:p>
          <a:p xmlns:a="http://schemas.openxmlformats.org/drawingml/2006/main">
            <a:pPr>
              <a:def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Documentación y scripts 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4F384-FA99-49A9-9CDE-69BA238B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90650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97C36-796C-4705-8579-C82F9E4F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E68762"/>
                </a:solidFill>
                <a:latin typeface="DejaVu Sans"/>
                <a:ea typeface="DejaVu Sans"/>
                <a:cs typeface="DejaVu Sans"/>
              </a:rPr>
              <a:t>PENDIENTE PARA CIERRE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E2742-B586-42BB-82AD-84626697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667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Conectar Defensa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Probar escaneo en Android físico.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Medir latencia en el entorno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2363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63A"/>
                </a:solidFill>
                <a:latin typeface="DejaVu Sans"/>
                <a:ea typeface="DejaVu Sans"/>
                <a:cs typeface="DejaVu Sans"/>
              </a:rPr>
              <a:t>Validar el despliegue en el equipo de entrega.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E96DE-0935-4BDA-94E0-FE6D7DE1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6E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26B6E"/>
                </a:solidFill>
                <a:latin typeface="DejaVu Sans"/>
                <a:ea typeface="DejaVu Sans"/>
                <a:cs typeface="DejaVu Sans"/>
              </a:rPr>
              <a:t>Las pruebas automatizadas incluidas en la carpeta son evidencia reportada por el proyecto.</a:t>
            </a:r>
          </a:p>
        </p:txBody>
      </p:sp>
    </p:spTree>
    <p:extLst>
      <p:ext uri="{BB962C8B-B14F-4D97-AF65-F5344CB8AC3E}">
        <p14:creationId xmlns:p14="http://schemas.microsoft.com/office/powerpoint/2010/main" val="2036865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2026-10-08T01:52:48.4580000Z</dcterms:created>
  <dcterms:modified xsi:type="dcterms:W3CDTF">2026-10-08T01:52:48.4580000Z</dcterms:modified>
</coreProperties>
</file>